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शुरुआत" id="{e048688f-5abf-ee0b-87b6-fc2a1d4d8133}">
          <p14:sldIdLst>
            <p14:sldId id="256"/>
          </p14:sldIdLst>
        </p14:section>
        <p14:section name="जनवरी 2026" id="{6947dd86-b9fb-443a-be0d-4197357b27b3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फरवरी 2026" id="{2b2a93e7-2f90-2eca-7fc7-d918b9ec0d5d}">
          <p14:sldIdLst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</p14:sldIdLst>
        </p14:section>
        <p14:section name="समापन" id="{d1dd8933-91b5-7064-4747-d7a7b2ba4720}">
          <p14:sldIdLst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UPSSSC ALERT  ·  Telegram 👉 @upssscalert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28C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UPSSSC ALERT  ·  Telegram 👉 @upssscalert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I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UPSSSC ALERT  ·  Telegram 👉 @upssscalert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-big"/>
          <p:cNvSpPr/>
          <p:nvPr/>
        </p:nvSpPr>
        <p:spPr>
          <a:xfrm>
            <a:off x="7863840" y="-822960"/>
            <a:ext cx="4572000" cy="4572000"/>
          </a:xfrm>
          <a:prstGeom prst="ellipse">
            <a:avLst/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3" name="circle-small"/>
          <p:cNvSpPr/>
          <p:nvPr/>
        </p:nvSpPr>
        <p:spPr>
          <a:xfrm>
            <a:off x="9966960" y="3931920"/>
            <a:ext cx="2377440" cy="2377440"/>
          </a:xfrm>
          <a:prstGeom prst="ellipse">
            <a:avLst/>
          </a:prstGeom>
          <a:solidFill>
            <a:schemeClr val="accent4">
              <a:alpha val="70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6576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</a:rPr>
              <a:t>50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21031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टॉपिक · विस्तार से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chemeClr val="accent3"/>
                </a:solidFill>
              </a:rPr>
              <a:t>UPSSSC ALERT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उत्तर प्रदेश करेंट अफेयर्स 2026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61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BF5"/>
                </a:solidFill>
              </a:rPr>
              <a:t>जनवरी – फरवरी 2026 · हर स्लाइड पर एक टॉपिक, पूरी जानकारी के साथ</a:t>
            </a:r>
            <a:endParaRPr lang="en-US" sz="2000" dirty="0"/>
          </a:p>
        </p:txBody>
      </p:sp>
      <p:sp>
        <p:nvSpPr>
          <p:cNvPr id="9" name="cta"/>
          <p:cNvSpPr/>
          <p:nvPr/>
        </p:nvSpPr>
        <p:spPr>
          <a:xfrm>
            <a:off x="548640" y="4389120"/>
            <a:ext cx="4206240" cy="685800"/>
          </a:xfrm>
          <a:prstGeom prst="roundRect">
            <a:avLst>
              <a:gd name="adj" fmla="val 26667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3891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Telegram 👉 @upssscalert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circle"/>
          <p:cNvSpPr/>
          <p:nvPr/>
        </p:nvSpPr>
        <p:spPr>
          <a:xfrm>
            <a:off x="548640" y="1554480"/>
            <a:ext cx="1463040" cy="14630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01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जनवरी 2026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उत्तर प्रदेश करेंट अफेयर्स · 36 टॉपिक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शासन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1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राजभवन का नया नाम — 'जन भवन'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लखनऊ स्थित राज्यपाल के आधिकारिक आवास 'राजभवन' का नाम बदला गया।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नया नाम 'जन भवन' रखा गया है।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उद्देश्य — इसे लोक-केंद्रित शासन का प्रतीक बनाना।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वर्तमान राज्यपाल — आनंदीबेन पटेल।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जन भवन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राजभवन (लखनऊ) का नया नाम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शासन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2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उत्तर प्रदेश दिवस 2026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हर वर्ष 24 जनवरी को मनाया जाता है।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2026 में UP का 76वाँ स्थापना दिवस मनाया गया।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थीम — 'विकसित भारत, विकसित उत्तर प्रदेश'।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घोषणा 2017 में राज्यपाल राम नाईक ने की; पहला आयोजन 2018 में हुआ।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76वाँ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स्थापना दिवस (24 जनवरी)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शासन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3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संपत्ति पंजीकरण में आधार अनिवार्य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धोखाधड़ी रोकने के लिए नया नियम लागू।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सभी उप-पंजीयक कार्यालयों में लागू होगा।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आधार प्रमाणीकरण — e-KYC और बायोमेट्रिक दोनों।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लागू तिथि — 1 फरवरी 2026।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 फरवरी 2026</a:t>
            </a:r>
            <a:endParaRPr lang="en-US" sz="30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से आधार प्रमाणीकरण अनिवार्य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शासन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4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86वाँ अखिल भारतीय पीठासीन अधिकारी सम्मेलन (AIPOC)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आयोजन — 19 से 21 जनवरी 2026।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स्थान — UP विधानमंडल, लखनऊ।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उद्घाटन — राज्यपाल आनंदीबेन पटेल।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मुख्य अतिथि — लोकसभा अध्यक्ष ओम बिरला।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लखनऊ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86वाँ AIPOC (19–21 जनवरी)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शासन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5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GCC नीति, इन्वेस्ट यूपी और नई पहलें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ग्लोबल कैपेबिलिटी सेंटर (GCC) नीति 2025 लागू की गई।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क्रियान्वयन के लिए 'इन्वेस्ट यूपी' नोडल एजेंसी।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पंचायती राज विभाग का मासिक न्यूज़लेटर — 'पंचायतों की प्रगति गाथा'।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माघ मेला 2026 के लिए CM ने 'माघ मेला सेवा ऐप' लॉन्च किया।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इन्वेस्ट यूपी</a:t>
            </a:r>
            <a:endParaRPr lang="en-US" sz="30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GCC नीति की नोडल एजेंसी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योजना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6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एक जिला-एक व्यंजन (ODOC) योजना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ODOP (एक जिला-एक उत्पाद) की तर्ज पर शुरू।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केंद्रीय गृह मंत्री अमित शाह ने UP दिवस पर लॉन्च की।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हर जिले के पारंपरिक व्यंजन को राष्ट्रीय/वैश्विक पहचान दिलाना उद्देश्य।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उदाहरण — मथुरा का पेड़ा, मैनपुरी की सोनपापड़ी।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ODOC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एक जिला-एक व्यंजन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योजना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7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सरदार पटेल रोजगार एवं औद्योगिक क्षेत्र कार्यक्रम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प्रदेश के सभी 75 जिलों में लागू होगा।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हर जिले में 50 से 100 एकड़ भूमि पर औद्योगिक क्लस्टर।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प्लग-एंड-प्ले मॉडल पर विकास।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क्लस्टर में MSME, ODOP इकाइयाँ और ट्रेनिंग हब होंगे।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75 जिले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50–100 एकड़ के औद्योगिक क्लस्टर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शिक्षा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8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राज्य की पहली एजुकेशन टाउनशिप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प्रदेश की पहली एजुकेशन टाउनशिप की घोषणा।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4 शहरों में बनेगी — लखनऊ, प्रयागराज, कानपुर, वाराणसी।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उच्च शिक्षा के साथ कौशल विकास पर ज़ोर।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रोजगार के अवसर बढ़ाना लक्ष्य।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4 शहर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लखनऊ · प्रयागराज · कानपुर · वाराणसी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शिक्षा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9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भारत की पहली AI-सक्षम राज्य यूनिवर्सिटी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चौधरी चरण सिंह विश्वविद्यालय (CCSU), मेरठ में पायलट प्रोजेक्ट।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देश का पहला 'AI-सक्षम राज्य विश्वविद्यालय'।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सहयोग — कौशल विकास मंत्रालय (MSDE) और Google Cloud।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पढ़ाई, प्रशासन और शोध में AI का उपयोग होगा।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CCSU मेरठ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पहली AI-सक्षम राज्य यूनिवर्सिटी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शिक्षा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10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UP की पहली राज्य स्तरीय ब्रेल लाइब्रेरी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दृष्टिबाधित छात्रों के लिए शुरू की गई।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स्थान — डॉ. शकुंतला मिश्रा राष्ट्रीय पुनर्वास विश्वविद्यालय (DSMNRU), लखनऊ।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विश्वविद्यालय के स्वामी विवेकानंद केंद्रीय पुस्तकालय में खुली।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4 जनवरी (विश्व ब्रेल दिवस) को शुरुआत; थीम — 'स्पर्श से सशक्तिकरण'।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DSMNRU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लखनऊ — पहली ब्रेल लाइब्रेरी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स्वास्थ्य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11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पहला सरकारी अस्पताल आधारित AI क्लीनिक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भारत का पहला सरकारी अस्पताल आधारित AI क्लीनिक।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स्थान — राजकीय आयुर्विज्ञान संस्थान (GIMS), ग्रेटर नोएडा।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जेनेटिक स्क्रीनिंग में मदद करेगा।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रोबोटिक सर्जरी में भी उपयोग होगा।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GIMS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ग्रेटर नोएडा — पहला सरकारी AI क्लीनिक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स्वास्थ्य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12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हेल्थ टेक कॉन्क्लेव 1.0 और IMRAS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हेल्थ टेक कॉन्क्लेव 1.0 का आयोजन लखनऊ में हुआ।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यहाँ IMRAS सॉफ्टवेयर लॉन्च किया गया।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IMRAS — इंटीग्रेटेड मेडिकल रिसर्च एप्लीकेशन सिस्टम।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क्लिनिकल ट्रायल और मेडिकल रिसर्च को आसान बनाएगा।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IMRAS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मेडिकल रिसर्च सॉफ्टवेयर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कृषि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13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मत्स्य एवं चावल उत्पादन में UP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2025-26 रिपोर्ट के आधार पर।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अंतर्देशीय (Inland) मत्स्य पालन में UP भारत में प्रथम।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कुल मछली उत्पादन में आंध्र प्रदेश प्रथम।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चावल उत्पादन — 1. पश्चिम बंगाल, 2. उत्तर प्रदेश, 3. तेलंगाना।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प्रथम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अंतर्देशीय मत्स्य पालन में UP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कृषि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14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पूजा पाल — धूल-मुक्त गेहूँ थ्रेशर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बाराबंकी की 17 वर्षीय छात्रा।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धूल-मुक्त गेहूँ थ्रेशर (भूसा-धूल अलग करने वाला यंत्र) बनाया।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इसके लिए प्रधानमंत्री राष्ट्रीय बाल पुरस्कार मिला।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किसानों को धूल से होने वाली बीमारियों से बचाव।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बाराबंकी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PM राष्ट्रीय बाल पुरस्कार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पर्यावरण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15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पटना पक्षी अभयारण्य — नया रामसर स्थल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स्थान — एटा जिला।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UP का 11वाँ रामसर स्थल घोषित।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भारत का 97वाँ रामसर स्थल।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यह UP का सबसे छोटा पक्षी विहार है।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11वाँ / 97वाँ</a:t>
            </a:r>
            <a:endParaRPr lang="en-US" sz="30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UP / भारत का रामसर स्थल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पर्यावरण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16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पार्वती अरगा अभयारण्य और डॉल्फिन गणना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पार्वती अरगा पक्षी अभयारण्य गोंडा जिले में है।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इसे 'इको-सेंसिटिव ज़ोन' घोषित किया गया।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दूसरी राष्ट्रव्यापी डॉल्फिन गणना बिजनौर से शुरू।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'प्रोजेक्ट डॉल्फिन' के तहत गंगा व सहायक नदियों में गणना।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बिजनौर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दूसरी डॉल्फिन गणना की शुरुआत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उद्योग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17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नए औद्योगिक संयंत्र (जनवरी 2026)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पूर्वांचल का पहला यार्न (धागा) प्रोसेसिंग प्लांट — मिर्जापुर, ₹8 करोड़ (PPP)।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अशोक लीलैंड का EV बस संयंत्र — लखनऊ (सरोजनी नगर)।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EV संयंत्र का उद्घाटन रक्षा मंत्री राजनाथ सिंह ने किया।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दादरी में फ्यूजीयामा पावर की 1 GW सोलर सेल निर्माण सुविधा।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मिर्जापुर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पूर्वांचल का पहला यार्न प्लांट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उद्योग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18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उन्नाव में नया रक्षा औद्योगिक गलियारा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उन्नाव में नए डिफेंस इंडस्ट्रियल कॉरिडोर नोड को मंजूरी।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क्षेत्रफल — 230 हेक्टेयर।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यहाँ ड्रोन और मशीन गन जैसे रक्षा उपकरण बनेंगे।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UP डिफेंस कॉरिडोर को और मज़बूती मिलेगी।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230 हेक्टेयर</a:t>
            </a:r>
            <a:endParaRPr lang="en-US" sz="30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उन्नाव डिफेंस कॉरिडोर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उद्योग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19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भारत का सबसे बड़ा AI डेटा सेंटर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ग्रेटर नोएडा में बनेगा।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AM ग्रीन ग्रुप द्वारा स्थापित किया जाएगा।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लखनऊ को 'AI सिटी' बनाने के लिए इंडिया AI–UPDESCO समझौता।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UP रीजनल AI इम्पैक्ट सम्मेलन में ₹2,000 करोड़ के 'यूपी AI मिशन' की घोषणा।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ग्रेटर नोएडा</a:t>
            </a:r>
            <a:endParaRPr lang="en-US" sz="30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देश का सबसे बड़ा AI डेटा सेंटर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उद्योग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20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UP का पहला खादी प्लाज़ा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'खादी फॉर नेशन' पहल के तहत स्थापित।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स्थान — वाराणसी।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उद्घाटन — प्रधानमंत्री नरेंद्र मोदी।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खादी उत्पादों की बिक्री और ग्रामीण रोजगार को बढ़ावा।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वाराणसी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UP का पहला खादी प्लाज़ा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पर्यटन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21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देश का पहला ग्लास (कांच) म्यूज़ियम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कांच शिल्प को बढ़ावा देने के लिए बनाया जा रहा है।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स्थान — फिरोजाबाद ('सुहाग नगरी')।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लागत — ₹47 करोड़।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फिरोजाबाद को भारत का 'कांच शहर' भी कहा जाता है।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₹47 करोड़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फिरोजाबाद ग्लास म्यूज़ियम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पर्यटन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22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पर्यटन में उत्तर प्रदेश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पर्यटन मंत्रालय की 2025 रिपोर्ट के अनुसार।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घरेलू पर्यटकों में UP देश में प्रथम।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UP में 137 करोड़ घरेलू पर्यटक आए।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विदेशी पर्यटकों के आगमन में UP चौथे स्थान पर।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137 करोड़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घरेलू पर्यटक — देश में प्रथम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खेल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23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72वीं सीनियर राष्ट्रीय वॉलीबॉल चैंपियनशिप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स्थान — वाराणसी; उद्घाटन PM मोदी ने किया।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पुरुष विजेता — भारतीय रेलवे।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महिला विजेता — केरल।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शुभंकर — 'नंदी' और 'नीरा डॉल्फिन'।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वाराणसी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72वीं राष्ट्रीय वॉलीबॉल चैंपियनशिप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सम्मान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24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अशोक चक्र 2026 — शुभांशु शुक्ला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अशोक चक्र — देश का सर्वोच्च शांतिकालीन वीरता पुरस्कार।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ग्रुप कैप्टन शुभांशु शुक्ला लखनऊ के निवासी हैं।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भारतीय वायुसेना के अनुभवी टेस्ट पायलट।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गगनयान के 4 अंतरिक्ष यात्रियों में शामिल; Axiom-4 मिशन के पायलट।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अशोक चक्र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शुभांशु शुक्ला (लखनऊ)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सम्मान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25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पद्म विभूषण 2026 — डॉ. एन. राजम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पद्म पुरस्कार 2026 में UP से कुल 11 विजेता।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पद्म विभूषण (1) — डॉ. एन. राजम, कला (वायलिन)।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हिंदुस्तानी शास्त्रीय संगीत (बनारस घराना) की प्रसिद्ध वायलिन वादक।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वायलिन पर 'गायकी अंग' (गायन जैसी शैली) विकसित की।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11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UP से पद्म पुरस्कार विजेता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सम्मान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26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पद्मश्री 2026 — कला एवं संगीत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डॉ. मंगला कपूर — BHU की पूर्व प्रोफेसर, ग्वालियर घराना; 'काशी की लता'।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चिरंजी लाल यादव — मुरादाबाद, पीतल नक्काशी (55 वर्षों से)।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अनिल कुमार रस्तोगी — लखनऊ, रंगमंच व अभिनय।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रस्तोगी पहले CDRI लखनऊ में वैज्ञानिक थे।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काशी की लता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डॉ. मंगला कपूर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सम्मान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27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पद्मश्री 2026 — चिकित्सा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प्रो. श्याम सुंदर — IMS-BHU, कालाजार की पहली ओरल दवा (मिल्टेफोसिन) में योगदान।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डॉ. केवल कृष्ण ठकराल — कानपुर, आयुर्वेद; अस्थमा में 'कर्ण वेधन'।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प्रो. राजेंद्र प्रसाद — KGMU लखनऊ, TB व छाती रोग।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तीनों को चिकित्सा क्षेत्र में पद्मश्री।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कालाजार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प्रो. श्याम सुंदर (BHU)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सम्मान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28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पद्मश्री 2026 — खेल, कृषि एवं पुरातत्व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प्रवीण कुमार — नोएडा, पैरा हाई जंप; पेरिस पैरालंपिक 2024 में स्वर्ण (T64)।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अशोक कुमार सिंह — चावल अनुसंधान, जीनोम-एडिटेड किस्में।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रघुपत सिंह (मरणोपरांत) — मुरादाबाद, 100+ नई फसल किस्में।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बी.आर. मणि — ASI; अयोध्या व सारनाथ की खुदाई का नेतृत्व।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T64 स्वर्ण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प्रवीण कुमार — पेरिस 2024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सम्मान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29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उत्तर प्रदेश गौरव सम्मान 2026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UP का नाम रोशन करने वालों को राज्य सरकार देती है।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पुरस्कार राशि — ₹11 लाख; 2026 में 5 लोगों को मिला।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शुभांशु शुक्ला (अंतरिक्ष), अलख पांडे (शिक्षा — Physics Wallah)।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डॉ. हरिओम पवार (वीर रस कवि, मेरठ), रश्मि आर्या, डॉ. सुधांशु सिंह।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₹11 लाख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UP गौरव सम्मान राशि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सम्मान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30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शिल्प गुरु सम्मान और गोरखपुर रत्न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शिल्प गुरु सम्मान — उस्ताद कारीगरों को पारंपरिक कला के लिए।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2023 — डॉ. माधुरी मिश्रा एवं इम्तियाज अहमद।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2024 — मोहम्मद दिलशाद (सहारनपुर, काष्ठकला)।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गोरखपुर महोत्सव में 6 लोगों को 'गोरखपुर रत्न' मिला।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सहारनपुर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काष्ठकला — शिल्प गुरु 2024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विज्ञान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31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SCORP — स्वदेशी रोबोट डॉग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IIT कानपुर और xTerra Robotics ने विकसित किया।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भारत का पहला स्वदेशी चार पैरों वाला लेग्ड मोबाइल मैनिपुलेटर।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इसे 'रोबोट डॉग' भी कहा जाता है।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NHA ने IIT कानपुर में 'फेडरेटेड इंटेलिजेंस हैकथॉन' भी कराया।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IIT कानपुर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SCORP रोबोट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न्याय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32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न्याय व्यवस्था में बदलाव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CJI सूर्यकांत ने 6 जिलों में एकीकृत न्यायालय परिसरों की आधारशिला रखी।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जिले — चंदौली, महोबा, अमेठी, हाथरस, शामली, औरैया।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संभल — कोर्ट की कार्यवाही में AI इस्तेमाल करने वाला UP का पहला जिला।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UP पुलिस ने AI निगरानी के लिए 'यक्ष ऐप' लॉन्च किया।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संभल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कोर्ट में AI वाला पहला जिला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परिवहन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33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परिवहन एवं आधारभूत संरचना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AAI ग्राहक संतुष्टि सर्वे — बरेली एयरपोर्ट UP में प्रथम, देश में 7वाँ।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अयोध्या एयरपोर्ट — राष्ट्रीय स्तर पर 10वाँ।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वाराणसी (नमो घाट) — भारत का पहला स्वदेशी हाइड्रोजन फ्यूल सेल पोत।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अमरोहा — 110 फीट 'अटल टावर' (UP का दूसरा सबसे ऊँचा)।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बरेली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AAI सर्वे — UP में प्रथम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पर्यावरण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34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लखनऊ — ज़ीरो फ्रेश वेस्ट डंप सिटी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लखनऊ UP का पहला 'ज़ीरो फ्रेश वेस्ट डंप' शहर बना।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100% ठोस कचरे का वैज्ञानिक प्रसंस्करण।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पीएम सूर्य घर योजना में रूफटॉप सोलर लगाने में भी लखनऊ प्रथम।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लखनऊ में लगभग 62,000 सोलर इंस्टॉलेशन।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100%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ठोस कचरे का प्रसंस्करण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रैंकिंग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35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रिपोर्ट, इंडेक्स एवं रैंकिंग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डी-रेगुलेशन 1.0 रिपोर्ट — व्यापार सरल बनाने (EoDB) में UP देश में प्रथम।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नीति आयोग निर्यात तैयारी सूचकांक 2024 — लीडर स्टेट श्रेणी में UP चौथा (62.09)।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DPIIT स्टार्टअप रैंकिंग — UP 'टॉप परफॉर्मर'।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नम्बियो सेफ्टी इंडेक्स — नोएडा भारत में 13वाँ, विश्व में 234वाँ।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प्रथम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डी-रेगुलेशन 1.0 में UP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विविध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जनवरी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36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लाल बहादुर शास्त्री — 60वीं पुण्यतिथि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11 जनवरी 2026 को 60वीं पुण्यतिथि मनाई गई।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भारत के दूसरे प्रधानमंत्री।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जन्म — मुगलसराय (उत्तर प्रदेश)।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मृत्यु — ताशकंद (1966); विदेश में मृत्यु वाले एकमात्र भारतीय PM।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60वीं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पुण्यतिथि (11 जनवरी)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-circle"/>
          <p:cNvSpPr/>
          <p:nvPr/>
        </p:nvSpPr>
        <p:spPr>
          <a:xfrm>
            <a:off x="548640" y="1554480"/>
            <a:ext cx="1463040" cy="14630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02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फरवरी 2026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उत्तर प्रदेश करेंट अफेयर्स · 14 टॉपिक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बजट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फरवरी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37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UP बजट 2026-27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वित्त मंत्री सुरेश कुमार खन्ना ने पेश किया।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कुल आकार — ₹9,12,696.35 करोड़ (अब तक का सबसे बड़ा)।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पिछले वर्ष से 12.9% अधिक।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राजकोषीय घाटा GSDP का 3%; प्रति व्यक्ति आय ₹1,09,844।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₹9.12 लाख करोड़</a:t>
            </a:r>
            <a:endParaRPr lang="en-US" sz="30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UP बजट 2026-27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बजट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फरवरी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38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UP का पहला आर्थिक सर्वेक्षण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UP अपना अलग आर्थिक सर्वेक्षण (2025-26) पेश करने वाला पहला राज्य।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भारत की अर्थव्यवस्था में UP का योगदान — 9.1%।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1 ट्रिलियन डॉलर अर्थव्यवस्था का लक्ष्य — 2029-30।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CM की सिंगापुर यात्रा में ~₹1 लाख करोड़ के निवेश प्रस्ताव मिले।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9.1%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भारत की GDP में UP का योगदान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शासन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फरवरी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39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स्टेट डेटा सेंटर अथॉरिटी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डिजिटल गवर्नेंस मज़बूत करने के लिए स्थापित।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बजट — ₹100 करोड़।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लक्ष्य — 2030 तक 5 GW डेटा सेंटर क्षमता।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साक्ष्य-आधारित (एविडेंस-बेस्ड) नीति निर्माण में मदद।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5 GW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2030 तक डेटा सेंटर क्षमता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शासन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फरवरी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40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मिशन कर्मयोगी — AI प्रशिक्षण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राज्य सरकार के सभी कर्मचारियों पर लागू।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कुल लगभग 17 लाख कर्मचारी।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आर्टिफिशियल इंटेलिजेंस (AI) कोर्स करना अनिवार्य।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सरकारी कामकाज को तेज़ और डिजिटल बनाना उद्देश्य।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17 लाख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कर्मचारियों के लिए AI कोर्स अनिवार्य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नीति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फरवरी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41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आबकारी निर्यात नीति 2026-29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भारत में पहली बार किसी राज्य ने अलग आबकारी निर्यात नीति बनाई।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अवधि — 3 वर्ष (2026-29)।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एथेनॉल और स्थानीय उत्पादों से बनी शराब के निर्यात को बढ़ावा।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निर्यात शुल्क कम किया गया।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पहला राज्य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अलग आबकारी निर्यात नीति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योजना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फरवरी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42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पेंशन वृद्धि और नई योजनाएँ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वृद्ध, निराश्रित महिला व दिव्यांग पेंशन ₹1000 से बढ़कर ₹1500 प्रतिमाह।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NAMASTE योजना — सीवर व सफाई कर्मियों की सुरक्षा; अभियान पीलीभीत से।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OTS योजना 2026 — विकास प्राधिकरणों के विवादों का निपटारा।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बाराबंकी के लिए अलग विकास प्राधिकरण की घोषणा।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₹1500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प्रतिमाह पेंशन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योजना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फरवरी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43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सप्त ऋषि प्रोजेक्ट और गंगा परियोजना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सप्त ऋषि प्रोजेक्ट — काशी (वाराणसी) में 7 नए घाट बनेंगे।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गंगा परियोजना — डिजिटल कनेक्टिविटी के लिए।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20 लाख घरों तक हाई-स्पीड ब्रॉडबैंड पहुँचाना लक्ष्य।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ग्रामीण और अर्ध-शहरी क्षेत्रों पर विशेष ध्यान।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7 घाट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सप्त ऋषि प्रोजेक्ट (काशी)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कृषि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फरवरी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44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कृषि उत्पादन में UP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दूध उत्पादन में देश में प्रथम।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चीनी, आलू, सब्जी और शहद उत्पादन में भी प्रथम।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ऊन उत्पादन में UP 8वें स्थान पर।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मथुरा में नया अत्याधुनिक डेयरी प्लांट बन रहा है।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5 में प्रथम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दूध · चीनी · आलू · सब्जी · शहद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उद्योग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फरवरी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45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उत्तर भारत का पहला सेमीकंडक्टर प्लांट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स्थान — ग्रेटर नोएडा (गौतम बुद्ध नगर)।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HCL और ताइवान की Foxconn का संयुक्त उद्यम (इंडिया चिप प्रा. लि.)।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लागत — ₹3700 करोड़; आधारशिला PM मोदी ने रखी।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2028 तक उत्पादन शुरू होगा।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₹3700 करोड़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HCL-Foxconn सेमीकंडक्टर प्लांट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विज्ञान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फरवरी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46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AI और स्टार्टअप — नए केंद्र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लखनऊ में 'IBM AI गवर्नमेंट टेक्नोलॉजी इनोवेशन सेंटर' का उद्घाटन।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UP का पहला AI कंप्यूट हब — ग्रेटर नोएडा।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U-Hub — लखनऊ व गौतम बुद्ध नगर में, स्टार्टअप/AI/फिनटेक के लिए।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U-Hub 'प्लग एंड प्ले' मॉडल पर आधारित।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U-Hub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स्टार्टअप · AI · फिनटेक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उद्योग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फरवरी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47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PM MITRA पार्क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MITRA — मेगा इंटीग्रेटेड टेक्सटाइल रीजन एंड अपैरल।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UP में 1 पार्क स्थापित हो रहा है।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स्थान — लखनऊ-हरदोई रोड।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कपड़ा उद्योग और रोजगार को बढ़ावा।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लखनऊ-हरदोई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PM MITRA टेक्सटाइल पार्क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संस्कृति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फरवरी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48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नए संग्रहालय (फरवरी 2026)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भारत का पहला 'गौ संस्कृति संग्रहालय' — मथुरा (पशु चिकित्सा विश्वविद्यालय)।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उत्तर भारत का पहला आर्य गुरुकुल म्यूज़ियम — सिरसागंज (फिरोजाबाद)।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अयोध्या में 'वैदेही आर्ट गैलरी' — माता सीता के जीवन पर।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आगरा का 'मुगल म्यूज़ियम' अब 'छत्रपति शिवाजी महाराज म्यूज़ियम'।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मथुरा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पहला गौ संस्कृति संग्रहालय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संस्कृति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फरवरी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49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सूरजकुंड मेला और भारत-नेपाल मैत्री महोत्सव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सूरजकुंड अंतरराष्ट्रीय शिल्प मेला — फरीदाबाद (हरियाणा)।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थीम राज्य — उत्तर प्रदेश और मेघालय।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भारत-नेपाल मैत्री महोत्सव नेपाल सीमा वाले UP के 8 जिलों में हुआ।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आगरा के शिल्पग्राम में ताज महोत्सव भी आयोजित।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8 जिले</a:t>
            </a:r>
            <a:endParaRPr lang="en-US" sz="38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नेपाल सीमा से लगे UP जिले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cat"/>
          <p:cNvSpPr/>
          <p:nvPr/>
        </p:nvSpPr>
        <p:spPr>
          <a:xfrm>
            <a:off x="548640" y="320040"/>
            <a:ext cx="1325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निवेश</a:t>
            </a:r>
            <a:endParaRPr lang="en-US" sz="1300" dirty="0"/>
          </a:p>
        </p:txBody>
      </p:sp>
      <p:sp>
        <p:nvSpPr>
          <p:cNvPr id="4" name="pill-month"/>
          <p:cNvSpPr/>
          <p:nvPr/>
        </p:nvSpPr>
        <p:spPr>
          <a:xfrm>
            <a:off x="1965960" y="32004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65960" y="320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फरवरी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20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टॉपिक 50 / 50</a:t>
            </a:r>
            <a:endParaRPr lang="en-US" sz="13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विदेशी निवेश — सिंगापुर और जापान</a:t>
            </a:r>
            <a:endParaRPr lang="en-US" sz="3000" dirty="0"/>
          </a:p>
        </p:txBody>
      </p:sp>
      <p:sp>
        <p:nvSpPr>
          <p:cNvPr id="8" name="dot-0"/>
          <p:cNvSpPr/>
          <p:nvPr/>
        </p:nvSpPr>
        <p:spPr>
          <a:xfrm>
            <a:off x="594360" y="216712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oint-0"/>
          <p:cNvSpPr txBox="1"/>
          <p:nvPr/>
        </p:nvSpPr>
        <p:spPr>
          <a:xfrm>
            <a:off x="1005840" y="1874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मुख्यमंत्री योगी आदित्यनाथ ने सिंगापुर और जापान की यात्रा की।</a:t>
            </a:r>
            <a:endParaRPr lang="en-US" sz="1900" dirty="0"/>
          </a:p>
        </p:txBody>
      </p:sp>
      <p:sp>
        <p:nvSpPr>
          <p:cNvPr id="10" name="dot-1"/>
          <p:cNvSpPr/>
          <p:nvPr/>
        </p:nvSpPr>
        <p:spPr>
          <a:xfrm>
            <a:off x="594360" y="321868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point-1"/>
          <p:cNvSpPr txBox="1"/>
          <p:nvPr/>
        </p:nvSpPr>
        <p:spPr>
          <a:xfrm>
            <a:off x="100584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सिंगापुर — लगभग ₹1 लाख करोड़ के निवेश प्रस्ताव।</a:t>
            </a:r>
            <a:endParaRPr lang="en-US" sz="1900" dirty="0"/>
          </a:p>
        </p:txBody>
      </p:sp>
      <p:sp>
        <p:nvSpPr>
          <p:cNvPr id="12" name="dot-2"/>
          <p:cNvSpPr/>
          <p:nvPr/>
        </p:nvSpPr>
        <p:spPr>
          <a:xfrm>
            <a:off x="594360" y="427024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oint-2"/>
          <p:cNvSpPr txBox="1"/>
          <p:nvPr/>
        </p:nvSpPr>
        <p:spPr>
          <a:xfrm>
            <a:off x="1005840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जापान — ऑटोमोबाइल व इलेक्ट्रॉनिक्स में ₹11,000 करोड़ के MoU।</a:t>
            </a:r>
            <a:endParaRPr lang="en-US" sz="1900" dirty="0"/>
          </a:p>
        </p:txBody>
      </p:sp>
      <p:sp>
        <p:nvSpPr>
          <p:cNvPr id="14" name="dot-3"/>
          <p:cNvSpPr/>
          <p:nvPr/>
        </p:nvSpPr>
        <p:spPr>
          <a:xfrm>
            <a:off x="594360" y="532180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point-3"/>
          <p:cNvSpPr txBox="1"/>
          <p:nvPr/>
        </p:nvSpPr>
        <p:spPr>
          <a:xfrm>
            <a:off x="100584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कंपनियाँ — कुबोटा, मिंडा आदि।</a:t>
            </a:r>
            <a:endParaRPr lang="en-US" sz="1900" dirty="0"/>
          </a:p>
        </p:txBody>
      </p:sp>
      <p:sp>
        <p:nvSpPr>
          <p:cNvPr id="16" name="key-card"/>
          <p:cNvSpPr/>
          <p:nvPr/>
        </p:nvSpPr>
        <p:spPr>
          <a:xfrm>
            <a:off x="8183880" y="1874520"/>
            <a:ext cx="3474720" cy="4069080"/>
          </a:xfrm>
          <a:prstGeom prst="roundRect">
            <a:avLst>
              <a:gd name="adj" fmla="val 657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5820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📌 याद रखें</a:t>
            </a:r>
            <a:endParaRPr lang="en-US" sz="1600" dirty="0"/>
          </a:p>
        </p:txBody>
      </p:sp>
      <p:sp>
        <p:nvSpPr>
          <p:cNvPr id="18" name="key-value"/>
          <p:cNvSpPr txBox="1"/>
          <p:nvPr/>
        </p:nvSpPr>
        <p:spPr>
          <a:xfrm>
            <a:off x="845820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₹11,000 करोड़</a:t>
            </a:r>
            <a:endParaRPr lang="en-US" sz="3000" dirty="0"/>
          </a:p>
        </p:txBody>
      </p:sp>
      <p:sp>
        <p:nvSpPr>
          <p:cNvPr id="19" name="key-label"/>
          <p:cNvSpPr txBox="1"/>
          <p:nvPr/>
        </p:nvSpPr>
        <p:spPr>
          <a:xfrm>
            <a:off x="8458200" y="4526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BF5"/>
                </a:solidFill>
              </a:rPr>
              <a:t>जापानी कंपनियों से MoU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-circle"/>
          <p:cNvSpPr/>
          <p:nvPr/>
        </p:nvSpPr>
        <p:spPr>
          <a:xfrm>
            <a:off x="4270248" y="822960"/>
            <a:ext cx="3657600" cy="3657600"/>
          </a:xfrm>
          <a:prstGeom prst="ellipse">
            <a:avLst/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270248" y="82296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FFFFF"/>
                </a:solidFill>
              </a:rPr>
              <a:t>✓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663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रोज़ ऐसे ही टॉपिक, नोट्स और क्विज़ के लिए जुड़ें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035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Telegram 👉 @upssscalert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PSSSC ALERT">
  <a:themeElements>
    <a:clrScheme name="UPSSSC ALERT">
      <a:dk1>
        <a:srgbClr val="1B1F3B"/>
      </a:dk1>
      <a:lt1>
        <a:srgbClr val="FFFFFF"/>
      </a:lt1>
      <a:dk2>
        <a:srgbClr val="4A5079"/>
      </a:dk2>
      <a:lt2>
        <a:srgbClr val="F3F5FA"/>
      </a:lt2>
      <a:accent1>
        <a:srgbClr val="F28C28"/>
      </a:accent1>
      <a:accent2>
        <a:srgbClr val="1B1F3B"/>
      </a:accent2>
      <a:accent3>
        <a:srgbClr val="FFD08A"/>
      </a:accent3>
      <a:accent4>
        <a:srgbClr val="5B6BB5"/>
      </a:accent4>
      <a:accent5>
        <a:srgbClr val="E8EBF5"/>
      </a:accent5>
      <a:accent6>
        <a:srgbClr val="2BA36B"/>
      </a:accent6>
      <a:hlink>
        <a:srgbClr val="F28C28"/>
      </a:hlink>
      <a:folHlink>
        <a:srgbClr val="5B6BB5"/>
      </a:folHlink>
    </a:clrScheme>
    <a:fontScheme name="UPSSSC ALERT">
      <a:majorFont>
        <a:latin typeface="Nirmala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irmala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 करेंट अफेयर्स 2026 — 50 टॉपिक</dc:title>
  <dc:subject>PptxGenJS Presentation</dc:subject>
  <dc:creator>UPSSSC ALERT</dc:creator>
  <cp:lastModifiedBy>UPSSSC ALERT</cp:lastModifiedBy>
  <cp:revision>1</cp:revision>
  <dcterms:created xsi:type="dcterms:W3CDTF">2026-10-26T17:37:08Z</dcterms:created>
  <dcterms:modified xsi:type="dcterms:W3CDTF">2026-10-26T17:37:08Z</dcterms:modified>
</cp:coreProperties>
</file>